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1B41F5-2698-48BF-A4FA-C14EF0AFF242}" type="datetimeFigureOut">
              <a:rPr kumimoji="1" lang="ja-JP" altLang="en-US" smtClean="0"/>
              <a:t>2025/9/29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93186A-849C-466E-A74F-EFF4F287A5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7178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寄付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3186A-849C-466E-A74F-EFF4F287A506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0695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E92859-F82F-BF54-9ED4-769E0F9C5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7150B79-1C9B-97FE-AF2C-3751096C6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9C5822-A919-4FC3-F011-EFEF7641B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C6B4-CE82-48DC-AB48-05371FB6164D}" type="datetimeFigureOut">
              <a:rPr kumimoji="1" lang="ja-JP" altLang="en-US" smtClean="0"/>
              <a:t>2025/9/29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F85C4A-F372-A6C6-BC65-D396F6875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7DE33A-B5E0-BCE4-4FF9-1BB0C4090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63072-8A87-4D1D-A8BF-5CC1276979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6473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442626-B1B0-44AE-98B6-1F3BFF28E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69D26F6-7A26-4B06-EECC-A7FD58252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AAF0082-A04E-384E-A0A7-2739306B8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C6B4-CE82-48DC-AB48-05371FB6164D}" type="datetimeFigureOut">
              <a:rPr kumimoji="1" lang="ja-JP" altLang="en-US" smtClean="0"/>
              <a:t>2025/9/29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D7258B-6FDA-1C0C-D6A8-692167A1D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B0272A2-05C9-23D8-8011-EC14F13A5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63072-8A87-4D1D-A8BF-5CC1276979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929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873478-AB97-D433-6C65-43E91FB41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432D877-CEA0-1C60-D72F-E5FE80D2D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287354F-5250-4750-C546-E92622523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C6B4-CE82-48DC-AB48-05371FB6164D}" type="datetimeFigureOut">
              <a:rPr kumimoji="1" lang="ja-JP" altLang="en-US" smtClean="0"/>
              <a:t>2025/9/29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FC53A4-CAFD-E0EF-DF17-D62E98EBB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F3E0B9B-6B6A-D657-1958-758565B6B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63072-8A87-4D1D-A8BF-5CC1276979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0637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49EC18-6341-509F-C792-470CE3A03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99B72F2-BD1C-3349-4FD9-F5C1453297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B0113A3-089A-3B33-1E0E-2C15E94AE4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616F081-2089-0AB1-077A-49A2D9CA7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C6B4-CE82-48DC-AB48-05371FB6164D}" type="datetimeFigureOut">
              <a:rPr kumimoji="1" lang="ja-JP" altLang="en-US" smtClean="0"/>
              <a:t>2025/9/29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4371A3E-7DBD-D780-0A9D-EF9FE1BF1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F6DF0BD-558C-E708-9FD7-4F4C68105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63072-8A87-4D1D-A8BF-5CC1276979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9871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91DD01-4C63-8BCE-19AE-8CE01D409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5CB1CA7-339E-0A0B-BEC4-D7B2CE320B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CC61D7E-0021-0E64-AB35-F681041979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D51B54E-2FFD-5E10-221E-8320B4BB5B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74D1468-59F8-3CD0-1CA0-1F463A3008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DDFB68C-EDD1-A5A8-AC67-6DACCE68C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C6B4-CE82-48DC-AB48-05371FB6164D}" type="datetimeFigureOut">
              <a:rPr kumimoji="1" lang="ja-JP" altLang="en-US" smtClean="0"/>
              <a:t>2025/9/29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9F1AB76-91F8-0799-5420-D586742A8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196EE18-80E3-1B7C-D063-F5F29BC8C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63072-8A87-4D1D-A8BF-5CC1276979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2654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BAC7C3-6301-1E89-09E0-51BD9411D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3F794E3-9EE8-A79D-21FD-7C00D834D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C6B4-CE82-48DC-AB48-05371FB6164D}" type="datetimeFigureOut">
              <a:rPr kumimoji="1" lang="ja-JP" altLang="en-US" smtClean="0"/>
              <a:t>2025/9/29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D5DA092-02B2-12A3-642B-7116D3977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6FB3CF9-AE32-69DA-7ED9-95D48B108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63072-8A87-4D1D-A8BF-5CC1276979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442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8093F26-E769-06E2-7108-CB58519F8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C6B4-CE82-48DC-AB48-05371FB6164D}" type="datetimeFigureOut">
              <a:rPr kumimoji="1" lang="ja-JP" altLang="en-US" smtClean="0"/>
              <a:t>2025/9/29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EC2F114-C310-1049-184F-9E27EA076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B083B94-55E5-51B9-BFB8-45BE19254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63072-8A87-4D1D-A8BF-5CC1276979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0687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7A4307-03F8-63A0-F799-2D51BD202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9B590A3-DA83-B562-76F7-CE7D82271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05FAE06-0C00-051B-5A48-CEFAC9F2F5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3D3C870-4039-D36A-2A98-92F0D11BE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C6B4-CE82-48DC-AB48-05371FB6164D}" type="datetimeFigureOut">
              <a:rPr kumimoji="1" lang="ja-JP" altLang="en-US" smtClean="0"/>
              <a:t>2025/9/29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891179F-2C55-8C5C-4B23-4E6634EDC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06580BB-092C-521F-8301-5AFAAD121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63072-8A87-4D1D-A8BF-5CC1276979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5559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0EAEC9-7B45-2274-2D04-C071A19A2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5E1D229-F86B-1AD2-CFAF-B2E700EF8D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3F20B93-59BD-E323-E57E-809375759B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E3ADEB0-386D-DC7B-539A-2ABBC75F4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C6B4-CE82-48DC-AB48-05371FB6164D}" type="datetimeFigureOut">
              <a:rPr kumimoji="1" lang="ja-JP" altLang="en-US" smtClean="0"/>
              <a:t>2025/9/29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0A03C04-C554-82B4-9020-16DF88962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87F2094-B637-B6F9-B531-FA58B4ABF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63072-8A87-4D1D-A8BF-5CC1276979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6615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71D7DB-2D29-F931-5CB4-A6753186B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51A9CC4-5B96-245B-B577-5AFF78F55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80C8F8-5F88-E69B-F978-59B40B002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C6B4-CE82-48DC-AB48-05371FB6164D}" type="datetimeFigureOut">
              <a:rPr kumimoji="1" lang="ja-JP" altLang="en-US" smtClean="0"/>
              <a:t>2025/9/29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38651B2-702D-DEA6-2E77-0530351AD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AD664E-D6F3-4E5A-E3D7-88967627D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63072-8A87-4D1D-A8BF-5CC1276979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2899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A7B0770-2E7D-5D19-2BDD-4A7B9440E3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3059813-2996-C74D-6E8C-F1CF765EFC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F70F3D4-AF28-DBC6-9ACB-82D2355D3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C6B4-CE82-48DC-AB48-05371FB6164D}" type="datetimeFigureOut">
              <a:rPr kumimoji="1" lang="ja-JP" altLang="en-US" smtClean="0"/>
              <a:t>2025/9/29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C2DDF70-AB29-5AD7-7A74-562C3B3A7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FE8DD6-745F-8A82-BB91-3AE484C16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63072-8A87-4D1D-A8BF-5CC1276979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3646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D230FB9-036E-2FCF-5E75-F2956F43F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865C475-5401-0A6C-36D1-5B3611DCF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5216BA-2031-E6FF-CC0C-0ADC6D14B5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D8C6B4-CE82-48DC-AB48-05371FB6164D}" type="datetimeFigureOut">
              <a:rPr kumimoji="1" lang="ja-JP" altLang="en-US" smtClean="0"/>
              <a:t>2025/9/29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51FA613-B86C-7241-C3FA-DE2B5B8BFC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A7CDA66-F986-0FF8-A02D-8BC4F2E635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663072-8A87-4D1D-A8BF-5CC1276979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47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127.0.0.1:5501/html/main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omazawa-u.ac.jp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127.0.0.1:5501/html/main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6B56EF-3094-69BD-4A4C-CC797A4D52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>
                <a:latin typeface="+mn-lt"/>
              </a:rPr>
              <a:t>教養ゼミ（１）</a:t>
            </a:r>
          </a:p>
        </p:txBody>
      </p:sp>
    </p:spTree>
    <p:extLst>
      <p:ext uri="{BB962C8B-B14F-4D97-AF65-F5344CB8AC3E}">
        <p14:creationId xmlns:p14="http://schemas.microsoft.com/office/powerpoint/2010/main" val="4135188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17EF21-D62F-083B-4A2A-4C2BE6723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教養ゼミ（１）のホームぺージ！！</a:t>
            </a:r>
          </a:p>
        </p:txBody>
      </p:sp>
      <p:pic>
        <p:nvPicPr>
          <p:cNvPr id="5" name="コンテンツ プレースホルダー 4" descr="建物, 座る, 大きい, 立つ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6D3FCB63-6F6E-D7D0-5428-8E879FEC6B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40317"/>
            <a:ext cx="9231297" cy="4351338"/>
          </a:xfrm>
        </p:spPr>
      </p:pic>
    </p:spTree>
    <p:extLst>
      <p:ext uri="{BB962C8B-B14F-4D97-AF65-F5344CB8AC3E}">
        <p14:creationId xmlns:p14="http://schemas.microsoft.com/office/powerpoint/2010/main" val="3434221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A9FB252-F6EF-E232-99B9-FFB111477E7B}"/>
              </a:ext>
            </a:extLst>
          </p:cNvPr>
          <p:cNvSpPr txBox="1"/>
          <p:nvPr/>
        </p:nvSpPr>
        <p:spPr>
          <a:xfrm>
            <a:off x="2443843" y="2743201"/>
            <a:ext cx="73043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5400" dirty="0">
                <a:hlinkClick r:id="rId2"/>
              </a:rPr>
              <a:t>教養ゼミ（１）サイト</a:t>
            </a:r>
            <a:endParaRPr kumimoji="1" lang="ja-JP" altLang="en-US" sz="5400" dirty="0"/>
          </a:p>
        </p:txBody>
      </p:sp>
    </p:spTree>
    <p:extLst>
      <p:ext uri="{BB962C8B-B14F-4D97-AF65-F5344CB8AC3E}">
        <p14:creationId xmlns:p14="http://schemas.microsoft.com/office/powerpoint/2010/main" val="1211877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D907B2-C24D-155A-1883-52270F631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こっちが本物</a:t>
            </a:r>
          </a:p>
        </p:txBody>
      </p:sp>
      <p:pic>
        <p:nvPicPr>
          <p:cNvPr id="5" name="図 4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215E8D68-99FF-0C3A-0E44-CC682BA732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542019"/>
            <a:ext cx="9535885" cy="4533436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D37582F-76EC-8B5E-DD92-97CFFE90F37B}"/>
              </a:ext>
            </a:extLst>
          </p:cNvPr>
          <p:cNvSpPr txBox="1"/>
          <p:nvPr/>
        </p:nvSpPr>
        <p:spPr>
          <a:xfrm>
            <a:off x="7717971" y="630820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出展：</a:t>
            </a:r>
          </a:p>
        </p:txBody>
      </p:sp>
      <p:sp>
        <p:nvSpPr>
          <p:cNvPr id="7" name="テキスト ボックス 6">
            <a:hlinkClick r:id="rId3"/>
            <a:extLst>
              <a:ext uri="{FF2B5EF4-FFF2-40B4-BE49-F238E27FC236}">
                <a16:creationId xmlns:a16="http://schemas.microsoft.com/office/drawing/2014/main" id="{EBCFA2FA-499A-24C9-D232-73E5092885A0}"/>
              </a:ext>
            </a:extLst>
          </p:cNvPr>
          <p:cNvSpPr txBox="1"/>
          <p:nvPr/>
        </p:nvSpPr>
        <p:spPr>
          <a:xfrm>
            <a:off x="8461353" y="6308209"/>
            <a:ext cx="3825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/>
              <a:t>https://www.komazawa-u.ac.jp/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17051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85024-32A8-75E2-91C1-6B9F145ED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7DE0717-E2D7-FD00-0E63-C6A32EF08333}"/>
              </a:ext>
            </a:extLst>
          </p:cNvPr>
          <p:cNvSpPr txBox="1"/>
          <p:nvPr/>
        </p:nvSpPr>
        <p:spPr>
          <a:xfrm>
            <a:off x="2443843" y="2743201"/>
            <a:ext cx="73043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5400" dirty="0">
                <a:hlinkClick r:id="rId2"/>
              </a:rPr>
              <a:t>教養ゼミ（１）サイト</a:t>
            </a:r>
            <a:endParaRPr kumimoji="1" lang="ja-JP" altLang="en-US" sz="5400" dirty="0"/>
          </a:p>
        </p:txBody>
      </p:sp>
    </p:spTree>
    <p:extLst>
      <p:ext uri="{BB962C8B-B14F-4D97-AF65-F5344CB8AC3E}">
        <p14:creationId xmlns:p14="http://schemas.microsoft.com/office/powerpoint/2010/main" val="4286988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679</TotalTime>
  <Words>46</Words>
  <Application>Microsoft Office PowerPoint</Application>
  <PresentationFormat>ワイド画面</PresentationFormat>
  <Paragraphs>9</Paragraphs>
  <Slides>5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教養ゼミ（１）</vt:lpstr>
      <vt:lpstr>教養ゼミ（１）のホームぺージ！！</vt:lpstr>
      <vt:lpstr>PowerPoint プレゼンテーション</vt:lpstr>
      <vt:lpstr>こっちが本物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暖人 鈴木</dc:creator>
  <cp:lastModifiedBy>暖人 鈴木</cp:lastModifiedBy>
  <cp:revision>2</cp:revision>
  <dcterms:created xsi:type="dcterms:W3CDTF">2025-09-29T04:16:54Z</dcterms:created>
  <dcterms:modified xsi:type="dcterms:W3CDTF">2025-09-29T15:36:24Z</dcterms:modified>
</cp:coreProperties>
</file>